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Máy 1 giữ slide này. Máy 2 (TeamViewer) chiếu log, docker compose ps, /health.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HỌC MÁY CƠ BẢN · LỚP 12523W.2 · NHÓM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loại chim cánh cụt Palmer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F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số đo  →  loài chim  ·  chạy thật qua 3 container Docker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Adelie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34640" y="3840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3840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Chinstrap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3840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840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Gentoo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Đặng Văn Sỹ (12523077) · Đỗ Thanh Mai (12523048)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F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GVHD: ThS. Nguyễn Đức Tuấn Anh</a:t>
            </a:r>
            <a:endParaRPr lang="en-US" sz="1800" dirty="0"/>
          </a:p>
        </p:txBody>
      </p:sp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9711690" y="307975"/>
            <a:ext cx="2281555" cy="408305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6903085" y="3383280"/>
            <a:ext cx="1723390" cy="290385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8670925" y="4446270"/>
            <a:ext cx="3442970" cy="1979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344 mẫu, 6 đặc trưng, 3 loài – bài toán phân loại đa lớp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459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344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dòng dữ liệu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16459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651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đặc trưng đầu vào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16459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651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lớp cần dự đoán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Adelie · 152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017520" y="3703320"/>
            <a:ext cx="5029200" cy="32918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2062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Gentoo · 124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017520" y="4251960"/>
            <a:ext cx="4102768" cy="32918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7548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Chinstrap · 68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017520" y="4800600"/>
            <a:ext cx="2249905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365760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Nguồn: Kaggle – Palmer Archipelago (CC0)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Đặc trưng: mỏ (dài, sâu), cánh, cân nặng, đảo, giới tính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Quy trình 7 bước từ dữ liệu đến sản phẩm chạy thật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691640" cy="1188720"/>
          </a:xfrm>
          <a:prstGeom prst="chevron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084832" y="2377440"/>
            <a:ext cx="1691640" cy="1188720"/>
          </a:xfrm>
          <a:prstGeom prst="chevron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3432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12464" y="2377440"/>
            <a:ext cx="1691640" cy="1188720"/>
          </a:xfrm>
          <a:prstGeom prst="chevron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41064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Xử lý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340096" y="2377440"/>
            <a:ext cx="1691640" cy="1188720"/>
          </a:xfrm>
          <a:prstGeom prst="chevron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68696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67728" y="2377440"/>
            <a:ext cx="1691640" cy="1188720"/>
          </a:xfrm>
          <a:prstGeom prst="chevron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96328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Đánh giá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95360" y="2377440"/>
            <a:ext cx="1691640" cy="1188720"/>
          </a:xfrm>
          <a:prstGeom prst="chevron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23960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Đóng gói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222992" y="2377440"/>
            <a:ext cx="1691640" cy="1188720"/>
          </a:xfrm>
          <a:prstGeom prst="chevron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51592" y="2377440"/>
            <a:ext cx="1280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Triển khai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bước có đầu ra riêng cho bước sau: dataset.zip → hình EDA → Pipeline + schema.json → 4 model → bảng metric → model.joblib → địa chỉ public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(1/2): dữ liệu sạch, nhãn lệch nhẹ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0" descr="/home/claude/proj/14_12523077_12523048_PenguinClassification/docs/figure/01_target_distributi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554480"/>
            <a:ext cx="3383280" cy="2651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Adelie 152 · Gentoo 124 · Chinstrap 68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Chia train/test có stratify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5" name="Image 1" descr="/home/claude/proj/14_12523077_12523048_PenguinClassification/docs/figure/03_missing_ma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89120" y="1554480"/>
            <a:ext cx="3383280" cy="2651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8056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Thiếu dưới 3%, chủ yếu ở cột sex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Điền median / mode bằng Imputer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9" name="Image 2" descr="/home/claude/proj/14_12523077_12523048_PenguinClassification/docs/figure/04_correlation_heatma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38160" y="1554480"/>
            <a:ext cx="3383280" cy="2651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Flipper và body mass tương quan r = 0,87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Bắt buộc StandardScaler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(2/2): ba loài tách nhau rõ theo số đo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0" descr="/home/claude/proj/14_12523077_12523048_PenguinClassification/docs/figure/02_numeric_distribution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554480"/>
            <a:ext cx="3383280" cy="2651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biến số có nhiều đỉnh, tương ứng các nhóm loài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Giữ nguyên 4 biến số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5" name="Image 1" descr="/home/claude/proj/14_12523077_12523048_PenguinClassification/docs/figure/05_feature_vs_target_boxplo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89120" y="1554480"/>
            <a:ext cx="3383280" cy="2651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8056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Gentoo có cánh dài trên 200 mm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Đặc trưng phân biệt mạnh nhất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9" name="Image 2" descr="/home/claude/proj/14_12523077_12523048_PenguinClassification/docs/figure/06_pairplo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38160" y="1554480"/>
            <a:ext cx="3383280" cy="2651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3434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Mỏ dài/sâu tách Adelie và Chinstrap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52120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Gần tuyến tính, hợp Logistic Regression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Chia dữ liệu trước, fit chỉ trên train: không rò rỉ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Làm sạch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7744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"." ở sex → NaN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Bỏ 2 dòng thiếu hết số đo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Chia 80/20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37744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stratify, random_state cố định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273 train · 69 test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7744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+ StandardScaler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OneHot cho island, sex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52560" y="16459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37744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Gắn vào cùng Pipeline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Lưu chung model.joblib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1E0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4B0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Quy tắc vàng: scaler, imputer, encoder chỉ học thống kê từ tập train, rồi mới áp dụng lên tập test.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và 4 model cùng cách chia, cùng metric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45920"/>
            <a:ext cx="265176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7432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Tuyến tính + softmax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= 10 · giải thích được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645920"/>
            <a:ext cx="2651760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7432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điểm gần nhất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manhattan, weights = distance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45920"/>
            <a:ext cx="2651760" cy="10972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7432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Siêu phẳng lề lớn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= 0,1 · kernel linear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645920"/>
            <a:ext cx="2651760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7432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Nhiều cây nông nối tiếp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0,1 · depth 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(Dummy, luôn đoán lớp phổ biến nhất) làm mốc: Accuracy 0,4348.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 4 model đạt 1,00 trên test – cần nhìn thêm CV và chi phí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640080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64592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CV (F1)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Dự đoán/mẫu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0,4348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Logistic Reg. ★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1,0000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0,9912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0,131 ms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1,0000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0,9957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0,114 ms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1,0000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0,9955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0,105 ms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1,0000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0,9838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0,118 ms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chỉ 69 mẫu nên "1,00" không đủ phân biệt model. Baseline thấp + gap train/test ≈ 0 → không phải rò rỉ dữ liệu.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lỗi: model thật sự học được cả 3 loài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0" descr="/home/claude/proj/14_12523077_12523048_PenguinClassification/docs/figure/confusion_matrix_Baselin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554480"/>
            <a:ext cx="5074920" cy="3657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53492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Baseline: chỉ đoán Adelie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4" name="Image 1" descr="/home/claude/proj/14_12523077_12523048_PenguinClassification/docs/figure/confusion_matrix_LogisticRegress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5080" y="1554480"/>
            <a:ext cx="5074920" cy="3657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53492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Regression: đúng cả 69 mẫu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Chọn Logistic Regression và đóng gói thành một file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55448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giản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01168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số giải thích được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8803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suất sẵn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375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Softmax cho confidence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0624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Nhẹ, nhanh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6344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model.joblib ≈ 2,2 KB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6583680" cy="3703320"/>
          </a:xfrm>
          <a:prstGeom prst="roundRect">
            <a:avLst>
              <a:gd name="adj" fmla="val 29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1600200"/>
            <a:ext cx="6035040" cy="3474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Colab: export pipeline + model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joblib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joblib.dump(pipe_lr, "model.joblib")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Repo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AI-models/models/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├─ model.joblib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├─ metadata.json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└─ schema.json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scikit-learn==1.6.1 (Colab = Docker)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Service nạp model ngay khi container khởi động, không đợi request đầu tiên.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Kiến trúc 4 container, một request_id đi xuyên suốt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916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· :5173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82880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383280" y="15544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6916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:8000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182880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6916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Service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:8001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182880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9052560" y="15544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6916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:27017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52044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10:15:02 frontend   req=7f3a  POST /api/predict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10:15:02 backend    req=7f3a  validate OK → ai-service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10:15:02 ai-service req=7f3a  predict Gentoo p=0.99  12 ms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10:15:02 backend    req=7f3a  200 OK · saved history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minh họa – thay bằng log thật khi demo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Một lệnh để chạy, đã public và đã đo hiệu năng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916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người dùng đồng thời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(k6, 1 phút)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16916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 ms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7432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thời gian phản hồi p50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16916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 ms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7432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(mục tiêu &lt; 2 s)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E6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cp .env.example .env  &amp;&amp;  docker compose up --build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Địa chỉ và cổng đọc từ .env · FE trên Vercel · đổi link/tunnel đều ghi log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TRỰC TIẾP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Nhập mẫu → dự đoán → xem log cùng request_id → docker compose ps → thử dữ liệu sai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88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28600"/>
            <a:ext cx="1508760" cy="64008"/>
          </a:xfrm>
          <a:prstGeom prst="rect">
            <a:avLst/>
          </a:prstGeom>
          <a:solidFill>
            <a:srgbClr val="C9D6E2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28600"/>
            <a:ext cx="15087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luận, hạn chế và hướng phát triển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Đã làm được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3774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không rò rỉ, 4 model + baseline, Logistic Regression F1 = 1,00, hệ thống Docker chạy public.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Hạn chế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3774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~340 mẫu, test 69 mẫu, dữ liệu tách lớp quá tốt nên chưa phản ánh dữ liệu thực địa nhiều nhiễu.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Tiếp theo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3774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D71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 lặp lại, thêm dữ liệu khó hơn, CI bằng GitHub Actions, SHAP giải thích dự đoán.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công + ảnh `git log --graph` (nhánh và merge của 2 thành viên) đặt ở đây.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3896</Words>
  <Application>WPS Presentation</Application>
  <PresentationFormat>On-screen Show (16:9)</PresentationFormat>
  <Paragraphs>288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Thanh Mai Đỗ</cp:lastModifiedBy>
  <cp:revision>2</cp:revision>
  <dcterms:created xsi:type="dcterms:W3CDTF">2026-09-30T06:47:00Z</dcterms:created>
  <dcterms:modified xsi:type="dcterms:W3CDTF">2026-10-02T22:17:30Z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7421D444038F49E58B2670895F215279_12</vt:lpwstr>
  </property>
  <property fmtid="{D5CDD505-2E9C-101B-9397-08002B2CF9AE}" pid="3" name="KSOProductBuildVer">
    <vt:lpwstr>1033-12.1.0.28485</vt:lpwstr>
  </property>
</Properties>
</file>